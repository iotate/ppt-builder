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9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4C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 showGuides="1">
      <p:cViewPr varScale="1">
        <p:scale>
          <a:sx n="87" d="100"/>
          <a:sy n="87" d="100"/>
        </p:scale>
        <p:origin x="62" y="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400153-E9A1-402C-9F36-9E1BB1999714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44154F-6225-495E-99B2-3F4EA811B3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8093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E74C3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5963830"/>
            <a:ext cx="12192000" cy="894170"/>
          </a:xfrm>
          <a:prstGeom prst="rect">
            <a:avLst/>
          </a:prstGeom>
          <a:solidFill>
            <a:srgbClr val="E74C3C"/>
          </a:solidFill>
          <a:ln>
            <a:solidFill>
              <a:srgbClr val="E74C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9957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894170"/>
          </a:xfrm>
          <a:prstGeom prst="rect">
            <a:avLst/>
          </a:prstGeom>
          <a:solidFill>
            <a:srgbClr val="E74C3C"/>
          </a:solidFill>
          <a:ln>
            <a:solidFill>
              <a:srgbClr val="E74C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393137" y="6372534"/>
            <a:ext cx="1125602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72728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E74C3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5963830"/>
            <a:ext cx="12192000" cy="894170"/>
          </a:xfrm>
          <a:prstGeom prst="rect">
            <a:avLst/>
          </a:prstGeom>
          <a:solidFill>
            <a:srgbClr val="E74C3C"/>
          </a:solidFill>
          <a:ln>
            <a:solidFill>
              <a:srgbClr val="E74C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3777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93137" y="154732"/>
            <a:ext cx="11178473" cy="5654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93137" y="1364379"/>
            <a:ext cx="1117847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8" name="文本框 7"/>
          <p:cNvSpPr txBox="1"/>
          <p:nvPr userDrawn="1"/>
        </p:nvSpPr>
        <p:spPr>
          <a:xfrm>
            <a:off x="3924973" y="6408107"/>
            <a:ext cx="41148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5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机密信息，请勿外泄</a:t>
            </a:r>
          </a:p>
        </p:txBody>
      </p:sp>
      <p:sp>
        <p:nvSpPr>
          <p:cNvPr id="9" name="文本框 8"/>
          <p:cNvSpPr txBox="1"/>
          <p:nvPr userDrawn="1"/>
        </p:nvSpPr>
        <p:spPr>
          <a:xfrm>
            <a:off x="10762407" y="6408107"/>
            <a:ext cx="8092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3593BF6F-77DA-4CEA-B838-85223BBAF7FA}" type="slidenum">
              <a:rPr lang="en-US" altLang="zh-CN" sz="10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3039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5963830"/>
            <a:ext cx="12192000" cy="894170"/>
          </a:xfrm>
          <a:prstGeom prst="rect">
            <a:avLst/>
          </a:prstGeom>
          <a:solidFill>
            <a:srgbClr val="E74C3C"/>
          </a:solidFill>
          <a:ln>
            <a:solidFill>
              <a:srgbClr val="E74C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9696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7015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5963830"/>
            <a:ext cx="12192000" cy="894170"/>
          </a:xfrm>
          <a:prstGeom prst="rect">
            <a:avLst/>
          </a:prstGeom>
          <a:solidFill>
            <a:srgbClr val="E74C3C"/>
          </a:solidFill>
          <a:ln>
            <a:solidFill>
              <a:srgbClr val="E74C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2554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pptbuilder">
      <a:dk1>
        <a:sysClr val="windowText" lastClr="000000"/>
      </a:dk1>
      <a:lt1>
        <a:sysClr val="window" lastClr="FFFFFF"/>
      </a:lt1>
      <a:dk2>
        <a:srgbClr val="7F7F7F"/>
      </a:dk2>
      <a:lt2>
        <a:srgbClr val="E7E6E6"/>
      </a:lt2>
      <a:accent1>
        <a:srgbClr val="E74C3C"/>
      </a:accent1>
      <a:accent2>
        <a:srgbClr val="C0392B"/>
      </a:accent2>
      <a:accent3>
        <a:srgbClr val="A93226"/>
      </a:accent3>
      <a:accent4>
        <a:srgbClr val="ED7D31"/>
      </a:accent4>
      <a:accent5>
        <a:srgbClr val="FFD96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0</Words>
  <Application>Microsoft Office PowerPoint</Application>
  <PresentationFormat>宽屏</PresentationFormat>
  <Paragraphs>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谢明明</dc:creator>
  <cp:lastModifiedBy>谢明明</cp:lastModifiedBy>
  <cp:revision>13</cp:revision>
  <dcterms:created xsi:type="dcterms:W3CDTF">2026-06-25T10:27:20Z</dcterms:created>
  <dcterms:modified xsi:type="dcterms:W3CDTF">2026-06-28T06:54:23Z</dcterms:modified>
</cp:coreProperties>
</file>